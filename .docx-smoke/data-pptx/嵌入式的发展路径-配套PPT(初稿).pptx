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开场：今天我想和大家聊一个既老又新的话题——嵌入式的发展路径。说它老，是因为这门技术已经走了半个世纪；说它新，是因为最近五年，它正在被重新定义。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我把今天的分享收在三件事上：是什么、怎么来的、个人怎么走。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手机里的摄像头是嵌入式；手机上那个 App 不是。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回头看，这条路其实在做同一件事：在约束之下，加一层抽象。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这一段的真正成果不是语言，而是抽象层：代码第一次可以被人读懂、被人复用、被人交接。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工程师从“自己安排每一件事”，变成“描述任务之间的关系”。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联网的代价是把“单机的确定性”换成了“分布式的不确定性”，嵌入式工程师从此要背系统责任。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这一段的含义是：嵌入式不再只是把别人的设计实现出来，它开始自己承担“智能”那部分。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第三个变化最容易被低估：人工智能正在进入开发流程本身。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我建议按四个台阶走，不要跳。深度就是你的议价能力。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这些正是它暂时替不了你的地方。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我的分享就到这里，谢谢大家！欢迎提问。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457200"/>
            <a:ext cx="10698480" cy="1005840"/>
          </a:xfrm>
        </p:spPr>
        <p:txBody>
          <a:bodyPr/>
          <a:lstStyle/>
          <a:p>
            <a:r>
              <a:rPr sz="360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嵌入式的发展路径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1737360"/>
            <a:ext cx="10515600" cy="448056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从一片单片机到边缘智能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演讲人：＿＿＿＿　　日期：＿＿＿＿年＿＿月＿＿日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698480" cy="1005840"/>
          </a:xfrm>
        </p:spPr>
        <p:txBody>
          <a:bodyPr/>
          <a:lstStyle/>
          <a:p>
            <a:r>
              <a:rPr sz="32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今天讲三件事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15600" cy="448056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嵌入式到底是什么：把计算藏进设备里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它走过哪几段路：四次跃迁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个人怎么走这条路：四个台阶、三条建议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698480" cy="1005840"/>
          </a:xfrm>
        </p:spPr>
        <p:txBody>
          <a:bodyPr/>
          <a:lstStyle/>
          <a:p>
            <a:r>
              <a:rPr sz="32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一、嵌入式是什么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15600" cy="448056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不是一种芯片，也不是一种系统，而是一件事：把计算藏进设备里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资源受限：内存以 KB 计、主频以 MHz 计、电量以 mAh 计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行为要确定：不是“大多数时候对”，而是“每次都必须对”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与物理世界绑定：传感器、执行器、时序、噪声、十年不断电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判断标准：能不能在你看不见的地方长期正确运行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698480" cy="1005840"/>
          </a:xfrm>
        </p:spPr>
        <p:txBody>
          <a:bodyPr/>
          <a:lstStyle/>
          <a:p>
            <a:r>
              <a:rPr sz="32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二、四次跃迁：总览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15600" cy="448056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1980s　汇编 → C 与工具链（抽象层出现，代码第一次可读可复用）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1990s–2000s　裸机 → RTOS 与 Linux（从写程序到搭系统）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2010s　单机 → 联网（确定性换成分布式不确定性）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2015 至今　联网 → 边缘智能（嵌入式开始承担“智能”）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698480" cy="1005840"/>
          </a:xfrm>
        </p:spPr>
        <p:txBody>
          <a:bodyPr/>
          <a:lstStyle/>
          <a:p>
            <a:r>
              <a:rPr sz="32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二·1　汇编 → C 与工具链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15600" cy="448056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1980 年 Intel 8051 开启单片机时代：数机器周期、抠寄存器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交叉编译器 + 链接脚本 + 调试器逐步成熟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真正的成果不是语言，而是抽象层：可读、可复用、可交接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698480" cy="1005840"/>
          </a:xfrm>
        </p:spPr>
        <p:txBody>
          <a:bodyPr/>
          <a:lstStyle/>
          <a:p>
            <a:r>
              <a:rPr sz="32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二·2　裸机 → RTOS 与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15600" cy="448056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裸机主循环 + 状态机的复杂度天花板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μC/OS、2003 FreeRTOS：调度、同步、通信被标准化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Linux 整包进设备：操作系统、驱动、文件系统、网络协议栈一次带齐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1990 ARM 成立、2004 Cortex-M 系列：32 位单片机变便宜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698480" cy="1005840"/>
          </a:xfrm>
        </p:spPr>
        <p:txBody>
          <a:bodyPr/>
          <a:lstStyle/>
          <a:p>
            <a:r>
              <a:rPr sz="32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二·3　单机 → 联网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15600" cy="448056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Wi-Fi、蓝牙低功耗、4G、窄带物联网让设备不再孤立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空中升级、设备云、远程运维成为标配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2005 Arduino、2012 树莓派：门槛低到学生也能做出东西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代价：协议、安全、升级、故障定位全变了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698480" cy="1005840"/>
          </a:xfrm>
        </p:spPr>
        <p:txBody>
          <a:bodyPr/>
          <a:lstStyle/>
          <a:p>
            <a:r>
              <a:rPr sz="32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二·4　联网 → 边缘智能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15600" cy="448056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算力与模型下沉：模型可以跑在单片机上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摄像头与麦克风在本地完成推理，采集—推理—决策闭环在现场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时延、隐私、带宽三个老问题一起松动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含义：嵌入式不再只是实现别人的设计，开始自己承担“智能”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698480" cy="1005840"/>
          </a:xfrm>
        </p:spPr>
        <p:txBody>
          <a:bodyPr/>
          <a:lstStyle/>
          <a:p>
            <a:r>
              <a:rPr sz="32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三、当下的分水岭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15600" cy="448056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指令集与生态：RISC-V（2010 年起自伯克利）让“架构可以自己选”成为可讨论的题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供应链与工具链自主：选型从性能优先变成性能、生态、可得性的多目标问题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AI 进入开发流程本身：写功能的门槛下降，定义问题与验证可靠性的价值上升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698480" cy="1005840"/>
          </a:xfrm>
        </p:spPr>
        <p:txBody>
          <a:bodyPr/>
          <a:lstStyle/>
          <a:p>
            <a:r>
              <a:rPr sz="32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四、个人的路径：四个台阶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15600" cy="448056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吃透一块 MCU：输入输出、中断、定时器、模数转换，加总线（I²C/SPI/串口），做出完整小项目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上一门 RTOS：并发、优先级反转、栈的边界在哪里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做一次真正联网的产品：能升级、能回滚、能定位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选一个垂直方向扎下去：电机、电源、工业总线、汽车、端侧智能或内核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698480" cy="1005840"/>
          </a:xfrm>
        </p:spPr>
        <p:txBody>
          <a:bodyPr/>
          <a:lstStyle/>
          <a:p>
            <a:r>
              <a:rPr sz="32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三条建议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15600" cy="448056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把“确定性地交付”练成习惯：能复现、能测量、能解释——这是嵌入式与纯软件真正的分水岭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不要停在框架层：能读参考手册、看得懂时序图、会拿示波器量波形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让 AI 替你干重复劳动，把省下的时间放在整机联调、边界条件与可靠性上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698480" cy="1005840"/>
          </a:xfrm>
        </p:spPr>
        <p:txBody>
          <a:bodyPr/>
          <a:lstStyle/>
          <a:p>
            <a:r>
              <a:rPr sz="32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最后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15600" cy="448056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这条路是“在约束之下不断加一层抽象”的历史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每加一层，门槛降一级，复杂度上一级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你们这一代，赶上了第四段路的开头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谢谢大家！欢迎提问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